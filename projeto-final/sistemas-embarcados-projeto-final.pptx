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min). Este deck é para ser apresentado na semana 10, quando as propostas são entregues — mas vale reapresentá-lo na semana 1, resumido, para a turma saber desde o começo onde tudo vai desembocar.
Comece pelo peso: 30 % da nota semestral. Isso costuma calibrar a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(5 min). Explique o requisito mínimo com clareza: o ciclo sensor, processamento e ação precisa estar VISÍVEL na demonstração.
Diga o que não vale, porque todo semestre aparece: um programa que só imprime leituras não é sistema embarcado completo. Tem que fechar o ciclo.
Incentive a arquitetura ESP32 + RPi da semana 14, mas deixe claro que não é obrigatória — grupos com bom projeto só de MCU são aprovados.
O quadro escuro à direita é o argumento pedagógico: provas medem o que se sabe isoladamente; o projeto mede o que se consegue fazer funcionar. Diga isso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As regras — e elas são para proteger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(7 min). Percorra os cinco itens sem pressa; é o momento de eliminar dúvidas que viram problema depois.
No tamanho do grupo, seja firme: 3 a 4. Grupos de 2 sobrecarregam; de 5, alguém some.
Na proposta, enfatize a lista de componentes DO INVENTÁRIO — é o que evita projeto que depende de peça que não existe.
Sobre compras próprias: aval prévio, sempre. Já aconteceu de grupo comprar módulo incompatível.
No Wokwi, seja explícito: complemento, nunca substituto. A banca quer ver funcionando na mesa. Abra exceção só para o que for comprovadamente inviável com o acervo, e combinado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(6 min). Este slide costuma ser subestimado pelos alunos — insista.
Documentação vale 20 % da nota do projeto, e o histórico de commits é verificável. Diga com todas as letras que um único commit na véspera é penalizado e que você consegue ver isso em dois cliques.
No README reproduzível, dê o critério objetivo: outra pessoa deve conseguir compilar e rodar seguindo o texto. Sugira que testem entregando o README a outro grupo.
O vídeo de 2 minutos tem função dupla: é item de entrega e é o seguro do grupo se a bancada falhar no dia.
Termine com a tag v1.0: o que estiver depois dela não conta. Isso evita discussão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Agora as ideias.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(6 min). Apresente os quatro primeiros temas como pontos de partida, não como cardápio fechado.
Para cada um, aponte quais semanas ele exercita — isso ajuda o grupo a escolher pelo que quer praticar, não só pelo que acha bonito.
O tema 2 (irrigação) e o 4 (robô) são os que mais exigem controle; recomende a quem gostou da semana 13.
O tema 3 (fechadura RFID) é o mais "produto"; costuma render boas demonstrações.
Avise sobre esforço: o robô 2WD é o mais trabalhoso mecanicamente. Quem escolher precisa começar cedo.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(7 min). Os quatro seguintes são mais avançados ou mais integrados.
O tema 5 (vibração) é a ponte com ML embarcado — mencione a trilha do repositório para quem tem interesse.
Os temas 6 e 7 (Home Assistant e full-stack) atraem quem gosta de software; lembre que ainda precisam do ciclo com hardware real.
O tema 8 é o do PZEM: destaque que a base já está pronta no repositório e que é um projeto com apelo prático forte — medir consumo real e mostrar custo em reais.
Mas seja categórico sobre a condição: qualquer trabalho no lado de 220 V é com sua supervisão, sem exceção.
Feche abrindo espaço para tema próprio, com as duas condições: fechar o ciclo e caber no acervo e no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(10 s). Como a nota é formada.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RUBRICA (7 min). Percorra os quatro critérios explicando o que cada um significa na prática.
Em funcionamento (40 %), diga que robustez conta: um sistema que funciona uma vez em três tentativas perde ponto. Sugira que testem a demo várias vezes.
Em qualidade técnica (25 %), avise que você vai procurar os conceitos do curso no código — tarefas, ISR, protocolo, controle. Uso correto vale; uso decorativo, não.
Em apresentação (15 %), destaque a gestão de tempo: 10 minutos mais 5 de perguntas. Estourar desconta.
O aviso do ±20 % individual é importante e deve ser dito olhando para a turma: quem não souber explicar o próprio código perde nota mesmo com o grupo funcionando. Isso desestimula o carona.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 (6 min). Percorra os quatro marcos e peça que anotem na agenda agora, na aula.
Explique a função dos checkpoints: são rede de proteção, não burocracia.
Dê o dado que convence: quem chega na semana 14 sem sensor lendo, historicamente, não entrega na 15. Perder checkpoint é o melhor preditor de projeto que não fica pronto.
Combine como será cada checkpoint — rápido, na bancada, com você passando grupo a grupo — para não parecerem uma avaliação formal e assustadora.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CONSELHOS (7 min). Este slide é conversa franca; use tom de orientação, não de regra.
O primeiro conselho é o mais valioso: atacar o componente desconhecido primeiro. Dê exemplos de semestres anteriores, se tiver.
O segundo é método de engenharia de software aplicado: fazer o ciclo mínimo funcionar cedo e depois melhorar. Um sensor lendo e acendendo um LED já é o ciclo.
O terceiro (gravar o vídeo antes) é prático e salva projetos.
O quarto conecta com a defesa: justificar com números. Dê o contraste do slide — "escolhemos I2C" contra "escolhemos I2C porque são três sensores lentos e economiza pinos".
Termine com a frase sobre dividir trabalho sem dividir entendimento; é o que mais impacta a arguição.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(5 min). Este slide é para dar confiança, e deve ser lido com calma.
Percorra a lista de competências semana a semana, apontando que o projeto não pede nada novo — pede integração, prazo e defesa.
A última linha é a mais importante: escolher um problema que eles realmente queiram ver resolvido. Projetos com dono engajado ficam visivelmente melhores, e a defesa flui.
Encerre com o próximo passo concreto: formar grupos e trazer a proposta na semana 10, levando dúvidas de viabilidade ANTES de escrever.
Se sobrar tempo, abra para brainstorm ali mesmo — muitos grupos saem da aula com o tema definido.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256032" cy="256032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"/>
            <a:ext cx="256032" cy="256032"/>
          </a:xfrm>
          <a:prstGeom prst="rect">
            <a:avLst/>
          </a:prstGeom>
          <a:solidFill>
            <a:srgbClr val="0C5E3E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256032" cy="256032"/>
          </a:xfrm>
          <a:prstGeom prst="rect">
            <a:avLst/>
          </a:prstGeom>
          <a:solidFill>
            <a:srgbClr val="0C5E3E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914400"/>
            <a:ext cx="256032" cy="256032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371600"/>
            <a:ext cx="256032" cy="256032"/>
          </a:xfrm>
          <a:prstGeom prst="rect">
            <a:avLst/>
          </a:prstGeom>
          <a:solidFill>
            <a:srgbClr val="0C5E3E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1371600"/>
            <a:ext cx="256032" cy="256032"/>
          </a:xfrm>
          <a:prstGeom prst="rect">
            <a:avLst/>
          </a:prstGeom>
          <a:solidFill>
            <a:srgbClr val="0C5E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— 30 % DA NOTA SEMESTRAL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Projeto Final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Integrador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Sensoriamento + processamento/controle + atuação ou comunicação: a disciplina inteira num sistema que funciona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463040" cy="45720"/>
          </a:xfrm>
          <a:prstGeom prst="rect">
            <a:avLst/>
          </a:prstGeom>
          <a:solidFill>
            <a:srgbClr val="1FA97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PROJETO FINAL  ·  Engenharia Elétrica — Guarapari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se espera de vocês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Projetar, implementar e documentar um sistema embarcado COMPLETO, que integre no mínimo sensoriamento, processamento ou controle, e atuação ou comunicação.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6675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334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que precisa estar visível na demonstração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 →  PROCESSAMENTO / CONTROLE  →  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ESP32 + RPi (nó MCU + borda Linux, como na semana 14) são fortemente incentivadas — mas não obrigatórias.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vale: um programa que só imprime leituras. Tem que FECHAR o ciclo.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23444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16261F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este projeto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20574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 medem o que você sabe isoladamente. Este projeto mede o que você consegue FAZER funcionar — com hardware real, prazo real e um grupo real.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peça do semestre que mais se parece com trabalho de engenheiro.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Regras do jogo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Grupos, proposta e acompanhamento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4 alunos, definidos até a semana 10.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1 página na semana 10: problema, diagrama de blocos, lista de componentes DO INVENTÁRIO e cronograma interno.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pelo professor na própria semana 10 — critério: viabilidade × acervo do laboratório.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acompanhado nas semanas 10 a 14, com parte do horário de laboratório reservada.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prioridade ao inventário do lab; compras próprias só com aval prévio.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43800" y="1325880"/>
            <a:ext cx="4069080" cy="4023360"/>
          </a:xfrm>
          <a:prstGeom prst="roundRect">
            <a:avLst>
              <a:gd name="adj" fmla="val 1364"/>
            </a:avLst>
          </a:prstGeom>
          <a:solidFill>
            <a:srgbClr val="FFF6E8"/>
          </a:solidFill>
          <a:ln w="15875">
            <a:solidFill>
              <a:srgbClr val="F2A4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Wokwi: complemento, não substituto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187452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simulação é aceita para VALIDAR partes do projeto.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nunca substitui a demonstração em hardware — exceto para partes comprovadamente inviáveis com o acervo, e com combinação prévia.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banca final quer ver o sistema funcionando na mesa.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repositório é parte da entrega, não um acessório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obrigatório desde a proposta. O que precisa estar lá no dia da apresentação: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distribuídos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das semanas 10 a 15. Um único commit na véspera é penalizado — e é visível.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47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reproduzível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4414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Descrição, instruções de compilação e execução. Outra pessoa deve conseguir rodar.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Esquemático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702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Fritzing, foto legível da montagem ou link do Wokwi. Sem isso, ninguém reproduz.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611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≤ 2 min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2702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gravada. É o seu plano B se a bancada falhar no dia.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0C5E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Congelamento na semana 15: tag v1.0 no repositório. O que estiver depois da tag não conta.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Oito temas calibrados ao inventário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Temas 1 a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Estação meteorológica MQTT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nós ESP32 (DHT11 + LDR) → Mosquitto no RPi + painel. Semanas 12 e 14 direto.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Controle de nível / irrigação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 de solo + bomba via relé, PID ou histerese no ESP32, supervisão no RPi. Semana 13.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Fechadura RFID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 (SPI) + servo + registro de acessos no RPi (CSV/SQLite). Semanas 8 e 9.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Mini-esteira / robô 2WD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+ L298N + encoder KY-040, controle de velocidade PID, comando por MQTT. Semanas 8, 13, 14.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Temas 5 a 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Monitor de vibração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a 100 Hz + FFT/limiares no RPi; alarme por buzzer. Ponte com a trilha de ML embarcado para quem quiser classificar.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Domótica com Home Assistant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no RPi + nós ESP32 MQTT. Livro-guia no acervo.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Painel full-stack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ESP32 → Mosquitto → Flask + SQLite + gráficos por nginx/uWSGI no RPi, seguindo docs/trilha-fullstack.md.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Monitor de energia (PZEM)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real (V, I, potência ativa, kWh, FP) por Modbus-RTU, MQTT e custo em R$. Base pronta em labs-extra/. Requer supervisão do professor no lado de 220 V.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próprio é bem-vindo — desde que feche o ciclo sensor → processamento → ação e caiba no acervo e no prazo.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C5E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926080" y="2651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Como vocês serão avaliados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71800" y="3977640"/>
            <a:ext cx="1280160" cy="45720"/>
          </a:xfrm>
          <a:prstGeom prst="rect">
            <a:avLst/>
          </a:prstGeom>
          <a:solidFill>
            <a:srgbClr val="F2A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Rubrica — 30 % da nota semestral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7589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avalia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ciclo completo sensor→processamento→ação demonstrado; robustez na demo; tratamento de erros básicos.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técnica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correto dos conceitos (RTOS/tarefas, ISR, protocolos, controle); código organizado e comentado; dimensionamento elétrico correto.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(GitHub)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reproduzível, esquemático, histórico de commits distribuído, vídeo.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Clareza, domínio do grupo às perguntas, gestão do tempo (10 + 5 min).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FF6E8"/>
          </a:solidFill>
          <a:ln w="15875">
            <a:solidFill>
              <a:srgbClr val="F2A41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individual pode ser ajustada em ±20 %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histórico de commits e pela arguição. Quem não souber explicar o próprio código perde nota, mesmo com o grupo funcionando.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Os quatro marcos — todos com data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71323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mostrar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E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página: problema, diagrama de blocos, componentes, cronograma. Aprovada na própria aula.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montado + leitura de sensores funcionando.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e comunicação funcionando ponta a ponta.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5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Demonstração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em funcionamento + repositório congelado (tag v1.0).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6E8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4782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checkpoints não são burocracia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52760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 rede de proteção do grupo: quem chega na semana 14 sem sensor lendo não entrega na 15. Perder checkpoint é o melhor preditor de projeto que não fica pronto.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Conselhos de quem já corrigiu muitos projetos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mais arriscado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componente que vocês nunca usaram é o que vai atrasar. Ataque-o na primeira semana, não na última.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ciclo mínimo cedo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029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sensor lendo e acendendo um LED já é o ciclo completo. Depois melhora. Sistema que nunca funcionou inteiro é o que não funciona no dia.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o vídeo antes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falha, Wi-Fi cai, servo queima. O vídeo é o seguro do grupo — e é item de entrega de qualquer jeito.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Justifique com números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2245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"Escolhemos I2C" vale pouco. "Escolhemos I2C porque são 3 sensores lentos e economiza pinos" vale muito. É a semana 9 na defesa.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mais importante: dividam o trabalho, mas não dividam o entendimento. Na arguição, qualquer um do grupo pode ser perguntado sobre qualquer parte.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projeto é a prova de que o semestre funcionou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têm, em mãos, tudo o que é preciso: sabem escolher a plataforma (semana 1), falar com registradores (2 e 3), reagir a eventos em microssegundos (4), organizar tarefas concorrentes (5 e 6), ler o mundo analógico (7), acionar potência (8), conversar por três barramentos e por rede (9, 10 e 14), operar Linux embarcado (11 e 12) e fechar uma malha de controle (13).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final não pede nada que vocês não tenham feito. Pede que façam JUNTO, com prazo, e que defendam as decisões.</a:t>
            </a:r>
            <a:endParaRPr lang="en-US" sz="15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 problema que vocês realmente queiram ver resolvido — o semestre fica melhor, e a defesa também.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52578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C5E3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formem os grupos e tragam a proposta de 1 página na semana 10. Levem dúvidas de viabilidade ANTES de escrever — é para isso que existe a aprovação.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419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EMBARCADOS</a:t>
            </a:r>
            <a:pPr algn="l" indent="0" marL="0">
              <a:buNone/>
            </a:pPr>
            <a:r>
              <a:rPr lang="en-US" sz="900" dirty="0">
                <a:solidFill>
                  <a:srgbClr val="4A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Projeto Final Integrador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0" y="64190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2026-07-22T12:05:44Z</dcterms:created>
  <dcterms:modified xsi:type="dcterms:W3CDTF">2026-07-22T12:05:44Z</dcterms:modified>
</cp:coreProperties>
</file>